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57" name="Arc 205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21221" y="479493"/>
            <a:ext cx="40941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1A365D"/>
                </a:solidFill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Gestión de Faltas</a:t>
            </a: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IES Pere Maria Orts i Bosch | Benidorm">
            <a:extLst>
              <a:ext uri="{FF2B5EF4-FFF2-40B4-BE49-F238E27FC236}">
                <a16:creationId xmlns:a16="http://schemas.microsoft.com/office/drawing/2014/main" id="{D455FA50-6BBF-9DF3-F4A6-23EA31D14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386" y="1552610"/>
            <a:ext cx="3583036" cy="358303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21221" y="1984443"/>
            <a:ext cx="4094129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400">
                <a:solidFill>
                  <a:srgbClr val="6C757D"/>
                </a:solidFill>
              </a:defRPr>
            </a:pPr>
            <a:r>
              <a:rPr lang="en-US" sz="2400" dirty="0"/>
              <a:t>IES Pere Maria — Proyecto Intermodular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>
                <a:solidFill>
                  <a:srgbClr val="6C757D"/>
                </a:solidFill>
              </a:defRPr>
            </a:pPr>
            <a:endParaRPr lang="en-US" sz="2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400">
                <a:solidFill>
                  <a:srgbClr val="6C757D"/>
                </a:solidFill>
              </a:defRPr>
            </a:pPr>
            <a:r>
              <a:rPr lang="en-US" sz="2400" dirty="0"/>
              <a:t>Sergi (SM), Jordi (FE) y Alexandru (BE)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¿Qué es el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 err="1"/>
              <a:t>Aplicación</a:t>
            </a:r>
            <a:r>
              <a:rPr dirty="0"/>
              <a:t> web para </a:t>
            </a:r>
            <a:r>
              <a:rPr dirty="0" err="1"/>
              <a:t>gestionar</a:t>
            </a:r>
            <a:r>
              <a:rPr dirty="0"/>
              <a:t> las </a:t>
            </a:r>
            <a:r>
              <a:rPr dirty="0" err="1"/>
              <a:t>faltas</a:t>
            </a:r>
            <a:r>
              <a:rPr dirty="0"/>
              <a:t> del </a:t>
            </a:r>
            <a:r>
              <a:rPr dirty="0" err="1"/>
              <a:t>profesorado</a:t>
            </a:r>
            <a:r>
              <a:rPr dirty="0"/>
              <a:t> del IES Pere Maria.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Registro de </a:t>
            </a:r>
            <a:r>
              <a:rPr dirty="0" err="1"/>
              <a:t>ausencias</a:t>
            </a:r>
            <a:r>
              <a:rPr dirty="0"/>
              <a:t> del </a:t>
            </a:r>
            <a:r>
              <a:rPr dirty="0" err="1"/>
              <a:t>profesorado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</a:t>
            </a:r>
            <a:r>
              <a:rPr dirty="0" err="1"/>
              <a:t>Visualización</a:t>
            </a:r>
            <a:r>
              <a:rPr dirty="0"/>
              <a:t> de </a:t>
            </a:r>
            <a:r>
              <a:rPr dirty="0" err="1"/>
              <a:t>horarios</a:t>
            </a:r>
            <a:r>
              <a:rPr dirty="0"/>
              <a:t> y </a:t>
            </a:r>
            <a:r>
              <a:rPr dirty="0" err="1"/>
              <a:t>guardias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centro</a:t>
            </a:r>
            <a:r>
              <a:rPr lang="es-ES" dirty="0"/>
              <a:t>s</a:t>
            </a:r>
            <a:r>
              <a:rPr dirty="0"/>
              <a:t>, aulas, </a:t>
            </a:r>
            <a:r>
              <a:rPr dirty="0" err="1"/>
              <a:t>asignaturas</a:t>
            </a:r>
            <a:r>
              <a:rPr dirty="0"/>
              <a:t> y </a:t>
            </a:r>
            <a:r>
              <a:rPr dirty="0" err="1"/>
              <a:t>franjas</a:t>
            </a:r>
            <a:r>
              <a:rPr dirty="0"/>
              <a:t> </a:t>
            </a:r>
            <a:r>
              <a:rPr dirty="0" err="1"/>
              <a:t>horarias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perfiles</a:t>
            </a:r>
            <a:r>
              <a:rPr dirty="0"/>
              <a:t>: </a:t>
            </a:r>
            <a:r>
              <a:rPr dirty="0" err="1"/>
              <a:t>administrador</a:t>
            </a:r>
            <a:r>
              <a:rPr dirty="0"/>
              <a:t>, </a:t>
            </a:r>
            <a:r>
              <a:rPr dirty="0" err="1"/>
              <a:t>profesor</a:t>
            </a:r>
            <a:r>
              <a:rPr dirty="0"/>
              <a:t>, </a:t>
            </a:r>
            <a:r>
              <a:rPr dirty="0" err="1"/>
              <a:t>guardia</a:t>
            </a: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centralizar</a:t>
            </a:r>
            <a:r>
              <a:rPr dirty="0"/>
              <a:t> y </a:t>
            </a:r>
            <a:r>
              <a:rPr dirty="0" err="1"/>
              <a:t>simplificar</a:t>
            </a:r>
            <a:r>
              <a:rPr dirty="0"/>
              <a:t> la </a:t>
            </a:r>
            <a:r>
              <a:rPr dirty="0" err="1"/>
              <a:t>gestión</a:t>
            </a:r>
            <a:r>
              <a:rPr dirty="0"/>
              <a:t> </a:t>
            </a:r>
            <a:r>
              <a:rPr dirty="0" err="1"/>
              <a:t>diaria</a:t>
            </a:r>
            <a:r>
              <a:rPr dirty="0"/>
              <a:t> del </a:t>
            </a:r>
            <a:r>
              <a:rPr dirty="0" err="1"/>
              <a:t>centro</a:t>
            </a:r>
            <a:r>
              <a:rPr dirty="0"/>
              <a:t>.</a:t>
            </a:r>
          </a:p>
        </p:txBody>
      </p:sp>
      <p:pic>
        <p:nvPicPr>
          <p:cNvPr id="307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E3E60828-3F32-A9A9-6569-5000774BE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Tecnologías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Backend: Laravel 12 (PHP)</a:t>
            </a:r>
          </a:p>
          <a:p>
            <a:pPr lvl="1">
              <a:spcAft>
                <a:spcPts val="1200"/>
              </a:spcAft>
              <a:defRPr sz="1600"/>
            </a:pPr>
            <a:r>
              <a:t>  • API REST, autenticación con Laravel Sanctum</a:t>
            </a:r>
          </a:p>
          <a:p>
            <a:pPr lvl="1">
              <a:spcAft>
                <a:spcPts val="1200"/>
              </a:spcAft>
              <a:defRPr sz="1600"/>
            </a:pPr>
            <a:r>
              <a:t>  • MySQL como base de datos</a:t>
            </a:r>
          </a:p>
          <a:p>
            <a:pPr>
              <a:spcAft>
                <a:spcPts val="1200"/>
              </a:spcAft>
              <a:defRPr sz="1800"/>
            </a:pPr>
            <a:r>
              <a:t>Frontend: Angular 21</a:t>
            </a:r>
          </a:p>
          <a:p>
            <a:pPr lvl="1">
              <a:spcAft>
                <a:spcPts val="1200"/>
              </a:spcAft>
              <a:defRPr sz="1600"/>
            </a:pPr>
            <a:r>
              <a:t>  • SPA con Bootstrap, responsive</a:t>
            </a:r>
          </a:p>
          <a:p>
            <a:pPr>
              <a:spcAft>
                <a:spcPts val="1200"/>
              </a:spcAft>
              <a:defRPr sz="1800"/>
            </a:pPr>
            <a:r>
              <a:t>Despliegue: Docker</a:t>
            </a:r>
          </a:p>
          <a:p>
            <a:pPr lvl="1">
              <a:spcAft>
                <a:spcPts val="1200"/>
              </a:spcAft>
              <a:defRPr sz="1600"/>
            </a:pPr>
            <a:r>
              <a:t>  • Nginx, PHP-FPM, MySQL, phpMyAdmin</a:t>
            </a:r>
          </a:p>
          <a:p>
            <a:pPr lvl="1">
              <a:spcAft>
                <a:spcPts val="1200"/>
              </a:spcAft>
              <a:defRPr sz="1600"/>
            </a:pPr>
            <a:r>
              <a:t>  • HTTPS con redirección desde HTTP</a:t>
            </a:r>
          </a:p>
          <a:p>
            <a:pPr>
              <a:spcAft>
                <a:spcPts val="1200"/>
              </a:spcAft>
              <a:defRPr sz="1800"/>
            </a:pPr>
            <a:r>
              <a:t>Documentación API: Scribe (OpenAPI, Postman)</a:t>
            </a:r>
          </a:p>
        </p:txBody>
      </p:sp>
      <p:pic>
        <p:nvPicPr>
          <p:cNvPr id="1026" name="Picture 2" descr="Press Kit • Angular">
            <a:extLst>
              <a:ext uri="{FF2B5EF4-FFF2-40B4-BE49-F238E27FC236}">
                <a16:creationId xmlns:a16="http://schemas.microsoft.com/office/drawing/2014/main" id="{26F1602A-BF8C-0CB7-0E70-A2E897B67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499" y="0"/>
            <a:ext cx="2453631" cy="245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sarrollo De Aplicaciones Web - LinkedBytes">
            <a:extLst>
              <a:ext uri="{FF2B5EF4-FFF2-40B4-BE49-F238E27FC236}">
                <a16:creationId xmlns:a16="http://schemas.microsoft.com/office/drawing/2014/main" id="{1F248522-A8A9-8CB5-66AB-6D87C13C3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307" y="2121789"/>
            <a:ext cx="20955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cker mark logo in vector formats EPS, SVG - Brandlogos.net">
            <a:extLst>
              <a:ext uri="{FF2B5EF4-FFF2-40B4-BE49-F238E27FC236}">
                <a16:creationId xmlns:a16="http://schemas.microsoft.com/office/drawing/2014/main" id="{217444C0-D63E-641B-56E8-B5E545F77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263" y="4404369"/>
            <a:ext cx="2527888" cy="199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42C0404C-7B13-6749-7197-330CC7251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990" y="4191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Funcionalidades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 err="1"/>
              <a:t>Autenticación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roles: admin, </a:t>
            </a:r>
            <a:r>
              <a:rPr dirty="0" err="1"/>
              <a:t>centeradmin</a:t>
            </a:r>
            <a:r>
              <a:rPr dirty="0"/>
              <a:t>, teacher, guard</a:t>
            </a:r>
          </a:p>
          <a:p>
            <a:pPr>
              <a:spcAft>
                <a:spcPts val="1200"/>
              </a:spcAft>
              <a:defRPr sz="1800"/>
            </a:pPr>
            <a:r>
              <a:rPr dirty="0" err="1"/>
              <a:t>Módulos</a:t>
            </a:r>
            <a:r>
              <a:rPr dirty="0"/>
              <a:t> de </a:t>
            </a:r>
            <a:r>
              <a:rPr dirty="0" err="1"/>
              <a:t>administración</a:t>
            </a:r>
            <a:r>
              <a:rPr dirty="0"/>
              <a:t> (CRUD):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Centros, </a:t>
            </a:r>
            <a:r>
              <a:rPr dirty="0" err="1"/>
              <a:t>franjas</a:t>
            </a:r>
            <a:r>
              <a:rPr dirty="0"/>
              <a:t> </a:t>
            </a:r>
            <a:r>
              <a:rPr dirty="0" err="1"/>
              <a:t>horarias</a:t>
            </a:r>
            <a:r>
              <a:rPr dirty="0"/>
              <a:t>, aulas, </a:t>
            </a:r>
            <a:r>
              <a:rPr dirty="0" err="1"/>
              <a:t>asignaturas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  • </a:t>
            </a:r>
            <a:r>
              <a:rPr dirty="0" err="1"/>
              <a:t>Horarios</a:t>
            </a:r>
            <a:r>
              <a:rPr dirty="0"/>
              <a:t> , </a:t>
            </a:r>
            <a:r>
              <a:rPr dirty="0" err="1"/>
              <a:t>usuarios</a:t>
            </a: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Faltas: </a:t>
            </a:r>
            <a:r>
              <a:rPr dirty="0" err="1"/>
              <a:t>registro</a:t>
            </a:r>
            <a:r>
              <a:rPr dirty="0"/>
              <a:t> y </a:t>
            </a:r>
            <a:r>
              <a:rPr dirty="0" err="1"/>
              <a:t>eliminación</a:t>
            </a:r>
            <a:r>
              <a:rPr dirty="0"/>
              <a:t> de </a:t>
            </a:r>
            <a:r>
              <a:rPr dirty="0" err="1"/>
              <a:t>ausencias</a:t>
            </a: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Guardia: vista del día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profesor</a:t>
            </a:r>
            <a:r>
              <a:rPr dirty="0"/>
              <a:t> de </a:t>
            </a:r>
            <a:r>
              <a:rPr dirty="0" err="1"/>
              <a:t>guardia</a:t>
            </a:r>
            <a:endParaRPr dirty="0"/>
          </a:p>
          <a:p>
            <a:pPr>
              <a:spcAft>
                <a:spcPts val="1200"/>
              </a:spcAft>
              <a:defRPr sz="1800"/>
            </a:pPr>
            <a:r>
              <a:rPr dirty="0"/>
              <a:t>Vista de </a:t>
            </a:r>
            <a:r>
              <a:rPr dirty="0" err="1"/>
              <a:t>horario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día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profesor</a:t>
            </a:r>
            <a:r>
              <a:rPr dirty="0"/>
              <a:t> </a:t>
            </a:r>
          </a:p>
        </p:txBody>
      </p:sp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7E7F5AFD-C316-DE6F-6733-2D3AF2211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API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Endpoints bajo /api/v1/</a:t>
            </a:r>
          </a:p>
          <a:p>
            <a:pPr>
              <a:spcAft>
                <a:spcPts val="1200"/>
              </a:spcAft>
              <a:defRPr sz="1800"/>
            </a:pPr>
            <a:r>
              <a:t>Público: POST /auth/login</a:t>
            </a:r>
          </a:p>
          <a:p>
            <a:pPr>
              <a:spcAft>
                <a:spcPts val="1200"/>
              </a:spcAft>
              <a:defRPr sz="1800"/>
            </a:pPr>
            <a:r>
              <a:t>Protegidos (Bearer token):</a:t>
            </a:r>
          </a:p>
          <a:p>
            <a:pPr lvl="1">
              <a:spcAft>
                <a:spcPts val="1200"/>
              </a:spcAft>
              <a:defRPr sz="1600"/>
            </a:pPr>
            <a:r>
              <a:t>  • /auth/me, /auth/logout</a:t>
            </a:r>
          </a:p>
          <a:p>
            <a:pPr lvl="1">
              <a:spcAft>
                <a:spcPts val="1200"/>
              </a:spcAft>
              <a:defRPr sz="1600"/>
            </a:pPr>
            <a:r>
              <a:t>  • /centers, /timeslots, /classrooms, /subjects</a:t>
            </a:r>
          </a:p>
          <a:p>
            <a:pPr lvl="1">
              <a:spcAft>
                <a:spcPts val="1200"/>
              </a:spcAft>
              <a:defRPr sz="1600"/>
            </a:pPr>
            <a:r>
              <a:t>  • /schedule-entries, /users</a:t>
            </a:r>
          </a:p>
          <a:p>
            <a:pPr lvl="1">
              <a:spcAft>
                <a:spcPts val="1200"/>
              </a:spcAft>
              <a:defRPr sz="1600"/>
            </a:pPr>
            <a:r>
              <a:t>  • /absences (POST, DELETE), /guard/today</a:t>
            </a:r>
          </a:p>
          <a:p>
            <a:pPr lvl="1">
              <a:spcAft>
                <a:spcPts val="1200"/>
              </a:spcAft>
              <a:defRPr sz="1600"/>
            </a:pPr>
            <a:r>
              <a:t>  • /teachers/{id}/schedule/day</a:t>
            </a:r>
          </a:p>
          <a:p>
            <a:pPr>
              <a:spcAft>
                <a:spcPts val="1200"/>
              </a:spcAft>
              <a:defRPr sz="1800"/>
            </a:pPr>
            <a:r>
              <a:t>Documentación generada con Scribe: /docs (HTML, OpenAPI, Postman)</a:t>
            </a:r>
          </a:p>
        </p:txBody>
      </p:sp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98FBD6C3-282A-3D20-C942-86B50A5D5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Despliegue con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Servicios: nginx (80, 443), Laravel (PHP-FPM), MySQL, phpMyAdmin, Bind9</a:t>
            </a:r>
          </a:p>
          <a:p>
            <a:pPr>
              <a:spcAft>
                <a:spcPts val="1200"/>
              </a:spcAft>
              <a:defRPr sz="1800"/>
            </a:pPr>
            <a:r>
              <a:t>Dominio local: https://gestion.iesperemaria.local</a:t>
            </a:r>
          </a:p>
          <a:p>
            <a:pPr>
              <a:spcAft>
                <a:spcPts val="1200"/>
              </a:spcAft>
              <a:defRPr sz="1800"/>
            </a:pPr>
            <a:r>
              <a:t>Pasos: build frontend (Angular) → levantar contenedores → configurar Laravel (key, migrate, seed)</a:t>
            </a:r>
          </a:p>
          <a:p>
            <a:pPr>
              <a:spcAft>
                <a:spcPts val="1200"/>
              </a:spcAft>
              <a:defRPr sz="1800"/>
            </a:pPr>
            <a:r>
              <a:t>Certificados SSL autofirmados generados en la imagen de nginx</a:t>
            </a:r>
          </a:p>
          <a:p>
            <a:pPr>
              <a:spcAft>
                <a:spcPts val="1200"/>
              </a:spcAft>
              <a:defRPr sz="1800"/>
            </a:pPr>
            <a:r>
              <a:t>Guía detallada en GUIA-DESPLIEGUE-DOCKER.md</a:t>
            </a:r>
          </a:p>
        </p:txBody>
      </p:sp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623E2261-DF7D-B313-8211-A51A653D9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365D"/>
                </a:solidFill>
              </a:defRPr>
            </a:pPr>
            <a:r>
              <a:t>Acceso 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URL (con Docker): https://gestion.iesperemaria.local</a:t>
            </a:r>
          </a:p>
          <a:p>
            <a:pPr>
              <a:spcAft>
                <a:spcPts val="1200"/>
              </a:spcAft>
              <a:defRPr sz="1800"/>
            </a:pPr>
            <a:r>
              <a:t>Usuarios de ejemplo (tras db:seed):</a:t>
            </a:r>
          </a:p>
          <a:p>
            <a:pPr lvl="1">
              <a:spcAft>
                <a:spcPts val="1200"/>
              </a:spcAft>
              <a:defRPr sz="1600"/>
            </a:pPr>
            <a:r>
              <a:t>  • admin / Admin123!</a:t>
            </a:r>
          </a:p>
          <a:p>
            <a:pPr lvl="1">
              <a:spcAft>
                <a:spcPts val="1200"/>
              </a:spcAft>
              <a:defRPr sz="1600"/>
            </a:pPr>
            <a:r>
              <a:t>  • guardia / Guardia123!</a:t>
            </a:r>
          </a:p>
          <a:p>
            <a:pPr lvl="1">
              <a:spcAft>
                <a:spcPts val="1200"/>
              </a:spcAft>
              <a:defRPr sz="1600"/>
            </a:pPr>
            <a:r>
              <a:t>  • profesor / Profe123!</a:t>
            </a:r>
          </a:p>
          <a:p>
            <a:pPr>
              <a:spcAft>
                <a:spcPts val="1200"/>
              </a:spcAft>
              <a:defRPr sz="1800"/>
            </a:pPr>
            <a:r>
              <a:t>Documentación API (en local): http://localhost:8000/docs con php artisan serve</a:t>
            </a:r>
          </a:p>
        </p:txBody>
      </p:sp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4F698C76-8A3A-A1FF-3461-8658697CD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365D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C757D"/>
                </a:solidFill>
              </a:defRPr>
            </a:pPr>
            <a:r>
              <a:t>Gestión de Faltas — IES Pere Maria</a:t>
            </a:r>
          </a:p>
        </p:txBody>
      </p:sp>
      <p:pic>
        <p:nvPicPr>
          <p:cNvPr id="4" name="Picture 2" descr="IES PERE MARIA ORTS – ESO, Batxillerat, Arts, Formació Professional">
            <a:extLst>
              <a:ext uri="{FF2B5EF4-FFF2-40B4-BE49-F238E27FC236}">
                <a16:creationId xmlns:a16="http://schemas.microsoft.com/office/drawing/2014/main" id="{409936B3-200D-5663-0B68-443879A70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95" y="77343"/>
            <a:ext cx="741010" cy="57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432</Words>
  <Application>Microsoft Office PowerPoint</Application>
  <PresentationFormat>Presentación en pantalla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CASIANO SOLER, SERGI</cp:lastModifiedBy>
  <cp:revision>2</cp:revision>
  <dcterms:created xsi:type="dcterms:W3CDTF">2013-01-27T09:14:16Z</dcterms:created>
  <dcterms:modified xsi:type="dcterms:W3CDTF">2026-02-25T01:42:48Z</dcterms:modified>
  <cp:category/>
</cp:coreProperties>
</file>